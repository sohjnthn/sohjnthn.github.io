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Why Bishop Survives Better in MapleStorySEA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Defensive Strengths of the Bishop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Powerful Healing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Heal skill restores large amounts of HP</a:t>
            </a:r>
          </a:p>
          <a:p>
            <a:r>
              <a:t>• Continuous self-sustain during combat</a:t>
            </a:r>
          </a:p>
          <a:p>
            <a:r>
              <a:t>• Can recover faster than incoming damage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Defensive Buff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Holy Magic Shell blocks incoming damage</a:t>
            </a:r>
          </a:p>
          <a:p>
            <a:r>
              <a:t>• Advanced Blessing boosts defense stats</a:t>
            </a:r>
          </a:p>
          <a:p>
            <a:r>
              <a:t>• Damage mitigation reduces survivability risks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Utility and Support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Dispel removes harmful status effects</a:t>
            </a:r>
          </a:p>
          <a:p>
            <a:r>
              <a:t>• Resurrection reduces penalty of death</a:t>
            </a:r>
          </a:p>
          <a:p>
            <a:r>
              <a:t>• Party buffs increase overall survivability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Playstyle and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Long-range attacks keep distance from enemies</a:t>
            </a:r>
          </a:p>
          <a:p>
            <a:r>
              <a:t>• Teleport skill allows quick repositioning</a:t>
            </a:r>
          </a:p>
          <a:p>
            <a:r>
              <a:t>• Lower exposure to direct damage compared to melee classes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